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/>
              <a:t>03 Result Register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Project: L_DREAMON</a:t>
            </a:r>
          </a:p>
          <a:p>
            <a:r>
              <a:t>Tier: TIER_5_WORLD_NEURO_EMBODIED</a:t>
            </a:r>
          </a:p>
          <a:p>
            <a:r>
              <a:t>Identity: Upstream BDR-Pro/arc-prize-2026-arc-agi-3 @ b6bd1dc1b647 (unknown)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Purpose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Reproduce here, before public launch.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This project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Fact | Value |</a:t>
            </a:r>
          </a:p>
          <a:p>
            <a:r>
              <a:t>| --- | --- |</a:t>
            </a:r>
          </a:p>
          <a:p>
            <a:r>
              <a:t>| Upstream | BDR-Pro/arc-prize-2026-arc-agi-3 |</a:t>
            </a:r>
          </a:p>
          <a:p>
            <a:r>
              <a:t>| Commit | b6bd1dc1b6474aea5fbf82b55c6ae844ef140f1a |</a:t>
            </a:r>
          </a:p>
          <a:p>
            <a:r>
              <a:t>| Upstream licence | unknown |</a:t>
            </a:r>
          </a:p>
          <a:p>
            <a:r>
              <a:t>| Licence class | unknown |</a:t>
            </a:r>
          </a:p>
          <a:p>
            <a:r>
              <a:t>| Clone size | 10.88 MB |</a:t>
            </a:r>
          </a:p>
          <a:p>
            <a:r>
              <a:t>| Ledger | 0 blocks, chain verified |</a:t>
            </a:r>
          </a:p>
          <a:p>
            <a:r>
              <a:t>| Current TRL | NOT YET MEASURED |</a:t>
            </a:r>
          </a:p>
          <a:p>
            <a:r>
              <a:t>| Post-optimisation TRL | NOT YET MEASURED |</a:t>
            </a:r>
          </a:p>
          <a:p>
            <a:r>
              <a:t>| II budget cap | 1000.0 IIU |</a:t>
            </a:r>
          </a:p>
          <a:p>
            <a:r>
              <a:t>| Verified upstream edits | 0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Known gaps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Everything above is read from an artifact. Where this document says</a:t>
            </a:r>
          </a:p>
          <a:p>
            <a:r>
              <a:t>NOT YET MEASURED, the value has not been measured for L_DREAMON as of</a:t>
            </a:r>
          </a:p>
          <a:p>
            <a:r>
              <a:t>generation. Filling those in requires a run or a decision, not editing.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