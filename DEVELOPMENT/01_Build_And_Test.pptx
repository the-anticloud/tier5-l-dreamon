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L_DREAMON</a:t>
            </a:r>
          </a:p>
          <a:p>
            <a:r>
              <a:t>Tier: TIER_5_WORLD_NEURO_EMBODIED</a:t>
            </a:r>
          </a:p>
          <a:p>
            <a:r>
              <a:t>Identity: Upstream BDR-Pro/arc-prize-2026-arc-agi-3 @ b6bd1dc1b647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BDR-Pro/arc-prize-2026-arc-agi-3 |</a:t>
            </a:r>
          </a:p>
          <a:p>
            <a:r>
              <a:t>| Commit | b6bd1dc1b6474aea5fbf82b55c6ae844ef140f1a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10.88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L_DREAMON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