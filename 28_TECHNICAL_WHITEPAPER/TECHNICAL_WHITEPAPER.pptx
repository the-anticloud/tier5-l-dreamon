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L Dreamon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L_DREAMON</a:t>
            </a:r>
          </a:p>
          <a:p>
            <a:pPr>
              <a:spcAft>
                <a:spcPts val="400"/>
              </a:spcAft>
              <a:defRPr sz="1200">
                <a:solidFill>
                  <a:srgbClr val="0D0D0C"/>
                </a:solidFill>
              </a:defRPr>
            </a:pPr>
            <a:r>
              <a:t>*Tier:* TIER_5_WORLD_NEURO_EMBODIED</a:t>
            </a:r>
          </a:p>
          <a:p>
            <a:pPr>
              <a:spcAft>
                <a:spcPts val="400"/>
              </a:spcAft>
              <a:defRPr sz="1200">
                <a:solidFill>
                  <a:srgbClr val="0D0D0C"/>
                </a:solidFill>
              </a:defRPr>
            </a:pPr>
            <a:r>
              <a:t>*Domain:* neurosymbolic reasoning, world models, embodied AI, reinforcement learning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L_DREAMON is a sovereign AI infrastructure component operating in the neurosymbolic reasoning, world models, embodied AI, reinforcement learning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L_DREAMON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L_DREAMON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L_DREAMON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L_DREAMON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L_DREAMON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