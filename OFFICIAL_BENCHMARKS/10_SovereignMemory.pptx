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10 Sovereignmemory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Operation | Time |</a:t>
            </a:r>
          </a:p>
          <a:p>
            <a:r>
              <a:t>| --- | --- |</a:t>
            </a:r>
          </a:p>
          <a:p>
            <a:r>
              <a:t>| remember() (write+encrypt) | 8.2ms |</a:t>
            </a:r>
          </a:p>
          <a:p>
            <a:r>
              <a:t>| recall() (decrypt+lookup) | 3.1ms |</a:t>
            </a:r>
          </a:p>
          <a:p>
            <a:r>
              <a:t>| search_text (1K entries) | 4.8ms |</a:t>
            </a:r>
          </a:p>
          <a:p>
            <a:r>
              <a:t>| search_semantic (1K entries, 384-dim) | 12ms |</a:t>
            </a:r>
          </a:p>
          <a:p>
            <a:r>
              <a:t>| Reload from disk (10K entries) | 340ms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Property | Value |</a:t>
            </a:r>
          </a:p>
          <a:p>
            <a:r>
              <a:t>| --- | --- |</a:t>
            </a:r>
          </a:p>
          <a:p>
            <a:r>
              <a:t>| Algorithm | AES-256-GCM |</a:t>
            </a:r>
          </a:p>
          <a:p>
            <a:r>
              <a:t>| Key derivation | scrypt (N=16384, r=8, p=1) |</a:t>
            </a:r>
          </a:p>
          <a:p>
            <a:r>
              <a:t>| Nonce | 96-bit random per write |</a:t>
            </a:r>
          </a:p>
          <a:p>
            <a:r>
              <a:t>| Auth tag | 128-bit GCM |</a:t>
            </a:r>
          </a:p>
          <a:p>
            <a:r>
              <a:t>| Password → key time | ~200ms (intentionally slow)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Each entry: ~500 bytes average (compressed JSON + encryption overhead).</a:t>
            </a:r>
          </a:p>
          <a:p>
            <a:r>
              <a:t>10,000 entries ≈ 5MB. Unlimited retention — local disk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sync</a:t>
            </a:r>
          </a:p>
          <a:p>
            <a:r>
              <a:t>- Zero telemetry</a:t>
            </a:r>
          </a:p>
          <a:p>
            <a:r>
              <a:t>- Works fully offline forever</a:t>
            </a:r>
          </a:p>
          <a:p>
            <a:r>
              <a:t>- Password known only to deploying organization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